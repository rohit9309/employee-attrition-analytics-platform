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Attrition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HR analytics | Model comparison | Dashboard | API | Deployment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Employee attrition can affect continuity, hiring costs and team capacity.</a:t>
            </a:r>
          </a:p>
          <a:p>
            <a:pPr>
              <a:defRPr sz="2200"/>
            </a:pPr>
            <a:r>
              <a:t>HR analytics can help teams identify aggregate patterns worth investigating.</a:t>
            </a:r>
          </a:p>
          <a:p>
            <a:pPr>
              <a:defRPr sz="2200"/>
            </a:pPr>
            <a:r>
              <a:t>Goal: build a transparent learning prototype—not an automated employment decision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Validate data and define the target: LeftCompany.</a:t>
            </a:r>
          </a:p>
          <a:p>
            <a:pPr>
              <a:defRPr sz="2200"/>
            </a:pPr>
            <a:r>
              <a:t>2. Preprocess numerical and categorical features; exclude direct identifiers.</a:t>
            </a:r>
          </a:p>
          <a:p>
            <a:pPr>
              <a:defRPr sz="2200"/>
            </a:pPr>
            <a:r>
              <a:t>3. Compare classical ML, neural network, Bayesian and discriminant models.</a:t>
            </a:r>
          </a:p>
          <a:p>
            <a:pPr>
              <a:defRPr sz="2200"/>
            </a:pPr>
            <a:r>
              <a:t>4. Evaluate on held-out data and use cross-validation on training data.</a:t>
            </a:r>
          </a:p>
          <a:p>
            <a:pPr>
              <a:defRPr sz="2200"/>
            </a:pPr>
            <a:r>
              <a:t>5. Deliver dashboard, scoring API, reports and a governed deployment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Classical: Logistic Regression, Decision Tree, Random Forest, XGBoost.</a:t>
            </a:r>
          </a:p>
          <a:p>
            <a:pPr>
              <a:defRPr sz="2200"/>
            </a:pPr>
            <a:r>
              <a:t>Advanced: MLP neural network, Gaussian Naive Bayes, Linear Discriminant Analysis.</a:t>
            </a:r>
          </a:p>
          <a:p>
            <a:pPr>
              <a:defRPr sz="2200"/>
            </a:pPr>
            <a:r>
              <a:t>Metrics: accuracy, precision, recall, F1-score and ROC-AUC.</a:t>
            </a:r>
          </a:p>
          <a:p>
            <a:pPr>
              <a:defRPr sz="2200"/>
            </a:pPr>
            <a:r>
              <a:t>Populate final scores from outputs/model_metrics.csv after running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Overall attrition rate and retention rate.</a:t>
            </a:r>
          </a:p>
          <a:p>
            <a:pPr>
              <a:defRPr sz="2200"/>
            </a:pPr>
            <a:r>
              <a:t>Department-wise attrition rates and workforce demographics.</a:t>
            </a:r>
          </a:p>
          <a:p>
            <a:pPr>
              <a:defRPr sz="2200"/>
            </a:pPr>
            <a:r>
              <a:t>Prediction form with probability and illustrative low/medium/high risk bands.</a:t>
            </a:r>
          </a:p>
          <a:p>
            <a:pPr>
              <a:defRPr sz="2200"/>
            </a:pPr>
            <a:r>
              <a:t>Model performance table and exported evaluation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FastAPI reference service: /health, /metadata and /predict.</a:t>
            </a:r>
          </a:p>
          <a:p>
            <a:pPr>
              <a:defRPr sz="2200"/>
            </a:pPr>
            <a:r>
              <a:t>Interactive API documentation available at /docs when running locally.</a:t>
            </a:r>
          </a:p>
          <a:p>
            <a:pPr>
              <a:defRPr sz="2200"/>
            </a:pPr>
            <a:r>
              <a:t>IBM Watson Studio / Watson Machine Learning deployment is a documented next step.</a:t>
            </a:r>
          </a:p>
          <a:p>
            <a:pPr>
              <a:defRPr sz="2200"/>
            </a:pPr>
            <a:r>
              <a:t>Scheduled retraining should use validation gates, monitoring and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model importance to prioritize questions for HR—not to claim causes.</a:t>
            </a:r>
          </a:p>
          <a:p>
            <a:pPr>
              <a:defRPr sz="2200"/>
            </a:pPr>
            <a:r>
              <a:t>Validate patterns with employee feedback and organizational context.</a:t>
            </a:r>
          </a:p>
          <a:p>
            <a:pPr>
              <a:defRPr sz="2200"/>
            </a:pPr>
            <a:r>
              <a:t>Focus interventions on workplace improvements, support and retention programs.</a:t>
            </a:r>
          </a:p>
          <a:p>
            <a:pPr>
              <a:defRPr sz="2200"/>
            </a:pPr>
            <a:r>
              <a:t>Measure outcomes over time and check for unintended group disparities.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Protect employee data and avoid committing secrets to GitHub.</a:t>
            </a:r>
          </a:p>
          <a:p>
            <a:pPr>
              <a:defRPr sz="2200"/>
            </a:pPr>
            <a:r>
              <a:t>Review data quality, representativeness, privacy, fairness and model calibration.</a:t>
            </a:r>
          </a:p>
          <a:p>
            <a:pPr>
              <a:defRPr sz="2200"/>
            </a:pPr>
            <a:r>
              <a:t>Require human oversight; do not automate hiring, firing, promotion or compensation.</a:t>
            </a:r>
          </a:p>
          <a:p>
            <a:pPr>
              <a:defRPr sz="2200"/>
            </a:pPr>
            <a:r>
              <a:t>Keep a model card, data lineage, version history and retraining audit trail.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and 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Phase 1: baseline models, evaluation and dashboard.</a:t>
            </a:r>
          </a:p>
          <a:p>
            <a:pPr>
              <a:defRPr sz="2200"/>
            </a:pPr>
            <a:r>
              <a:t>Phase 2: secure endpoint and IBM Cloud deployment.</a:t>
            </a:r>
          </a:p>
          <a:p>
            <a:pPr>
              <a:defRPr sz="2200"/>
            </a:pPr>
            <a:r>
              <a:t>Phase 3: scheduled retraining with quality gates and approval.</a:t>
            </a:r>
          </a:p>
          <a:p>
            <a:pPr>
              <a:defRPr sz="2200"/>
            </a:pPr>
            <a:r>
              <a:t>Phase 4: drift, calibration, fairness and outcome monitoring.</a:t>
            </a:r>
          </a:p>
          <a:p>
            <a:pPr>
              <a:defRPr sz="2200"/>
            </a:pPr>
            <a:r>
              <a:t>Expected impact: better-informed aggregate retention analysis, subject to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Starter presentation: replace placeholders with actual model results and screenshots after running the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